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ENTERPRISE TECHNICAL ARCHITECTURE &amp; SOURCE CODE BREAKDOWN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VorldX Employee Attendance System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Comprehensive Deep Dive into Every Directory, File, Schema, Endpoint &amp; Security Mechanism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Stack: React 18 (Vite)  •  React Native (Expo SDK 52)  •  Node.js + Express  •  MongoDB Atlas  •  Dynamic Anti-Proxy QR (18s)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VorldX Attendance Management Suite  |  Confidential &amp; Proprietary Engineering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SYSTEM VISION &amp; 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VorldX Attendance 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 multi-tier enterprise platform built to eliminate attendance fraud, streamline approvals, and maintain audit trails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[CORE INNOVATION] Anti-Proxy Anti-Replay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Cryptographically generated 18-second rolling QR codes.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Single-use atomic consumption via MongoDB findOneAndUpdate.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Prevents employees from photographing or sharing codes via chat.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Deterministic check-in with millisecond server timestamping.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Seamless camera scanning via Expo Camera in native mobile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[GOVERNANCE] Policy &amp; Quota Engine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Office check-in window: 09:00 AM start, 09:30 AM hard cutoff.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Policy action on late arrival: MARK_LATE, MARK_ABSENT, or HALF_DAY.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Timezone-safe computations strictly pinned to Asia/Kolkata (IST).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Concurrency-safe Work-From-Home (WFH) quota: Max 5 employees/day.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Atomic validation blocks over-allocation across overlapping ranges.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[ARCHITECTURE] Full-Stack Separation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Admin Web Portal: React 18, Vite, React Router 6, Recharts.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 Mobile App: React Native, Expo SDK 52, AsyncStorage.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Backend REST API: Node.js, Express, MongoDB Atlas, JWT, bcryptjs.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Immutable Audit Trail: Every correction and approval logged.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Role-Based Access Control: Super Admin, HR Admin, Employee.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Top-Level Folder Hierarchy &amp; Workspace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Clean separation of concerns with four distinct system modules and centralized root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218541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[WEB APP] admin-web/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Enterprise Web Dashboard.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Framework: React 18 + Vite.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Purpose: Super Admin and HR Admin administrative control portal.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Contains 12 distinct routes, charts, policy editor, and live QR kiosk.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Builds with Vite into zero-dependency static production bundle.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10512"/>
            <a:ext cx="218541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[SERVER API] backend/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Core REST API &amp; Business Logic.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Framework: Node.js + Express.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Persistence: MongoDB Atlas via Mongoose ODM schemas.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Contains 11 route files, 9 data models, 3 services, and test suite.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Enforces JWT auth, rate limiting, and 18-second QR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218541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[MOBILE APP] employee-app/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Cross-Platform Native App.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Framework: React Native + Expo.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Purpose: Mobile attendance portal for employees &amp; field staff.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Features native Camera QR scanning, WFH/leave requests, and history.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Runs on iOS, Android (APK/Expo Go), and Expo Web.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1810512"/>
            <a:ext cx="218541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[SUPPORT &amp; ROOT] qr-display/ &amp; Root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qr-display/: Standalone reception kiosk module for wall tablets.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README.md: Complete engineering setup &amp; architecture guide.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PRESENTATION_SLIDES.md: Coordinator presentation talk-track.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presentation.html: Interactive HTML/CSS slide deck.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.gitignore: Workspace hygiene excluding node_modules &amp;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ROOT DIRECTORY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Detailed Examination of Root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Top-level documentation, dependency locks, and presentation files governing the workspace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[DOCUMENTATION] README.md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Location: Root directory (`/README.md`) | 100 Lines.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Content: Complete architectural specification and system role breakdown.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Defines default seed credentials (superadmin@vorldx.com / vorldxadminister@gmail.com).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Outlines 09:00 AM start, 09:30 AM cutoff, late policy options, and 5 WFH/day limits.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Provides exact PowerShell execution commands for backend, admin-web, and employee-app.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[PRESENTATION] PRESENTATION_SLIDES.md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Location: Root directory (`/PRESENTATION_SLIDES.md`) | 132 Lines.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Content: Slide-by-slide speaker notes and structural script for faculty/coordinator review.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Explains the 18-second rolling QR cryptographic algorithm and atomic queries.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Details Role-Based Access Control matrix (Super Admin vs HR Admin vs Employee).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Highlights automated test verification (api.test.js) and 2,278 Vite modules transformed.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[SLIDE DECK UI] presentation.html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Location: Root directory (`/presentation.html`) | 22.7 KB.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Content: Standalone HTML5/CSS3 presentation deck renderable in any web browser.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Interactive navigation keyboard shortcuts (Space / Arrow keys) for live demos.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Styled with high-contrast corporate dark theme, cards, and data comparison tables.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Requires zero dependencies or local build tools to present project highlights.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[INFRASTRUCTURE] package-lock.json &amp; .gitignore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Location: Root directory (`/package-lock.json`, `/.gitignore`).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package-lock.json: Pins root workspace dependencies and sub-package relationships.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.gitignore: Strictly excludes node_modules, build directories, logs, and sensitive .env files.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Ensures private API keys and database connection strings are never exposed in git.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Maintains consistent reproducibility across Windows, Linux, and macOS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backend/ Directory Overview &amp;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Modular REST API constructed on Express.js with distinct layers for routing, schemas, and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[FOLDER TAXONOMY] Directory Structure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backend/middleware/: Security, JWT verification, and RBAC.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backend/models/: Mongoose ODM schemas and index definitions.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backend/routes/: Modular route handlers (11 discrete route files).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backend/services/: Business logic, QR generation, policy engine.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backend/tests/: Node.js built-in automated test suites.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Root backend scripts: Seeding, password resets,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[ENGINEERING PATTERNS] Design Patterns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Modular Routing: Clean route isolation preventing monolithic files.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Service-Oriented Logic: Policy and QR logic separated from controllers.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Atomic Updates: Race-condition-free token and quota manipulation.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Deterministic Timezone Handling: India Standard Time (Asia/Kolkata).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Centralized Error Handling: Uniform JSON response 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[SECURITY PROFILE] Security Standard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Helmet.js integration to enforce HTTP security headers.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Express Rate Limit: 6,000 req/15min (dev) / 600 req/15min (prod).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CORS Whitelist: Restricts origins to configured dashboard and mobile URLs.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12-round bcrypt salted password hashing for all user accounts.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Stateless JWT tokens with sub payload identifying user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CORE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server.js, .env, and package.json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Entry point, environment variables, security middleware, and dependency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[ENTRY POINT] backend/server.js (5.3 KB | 191 Lines)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Application Entry Point: Instantiates Express application on port 5000.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Security Middleware: app.disable('x-powered-by'), helmet(), and cors().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CORS Whitelist: Allows 5173, 5174, 8081 (Metro), 19000, 19006, and private LAN IPs.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Rate Limiting: Mounts express-rate-limit over all /api endpoints.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Health Endpoint: GET /api/health checks server status and mongoose.connection.readyState.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Route Mounting: Connects 11 modular route files under /api base path.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Global Error Handler: Handles Mongoose validation errors, CastError, and Mongo error 11000 (duplicate key conflicts).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startServer() Function: Validates MONGODB_URI, JWT_SECRET, and SUPER_ADMIN_SETUP_KEY before listening.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[CONFIGURATION] backend/.env &amp; .gitignore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PORT: Specifies backend port (default 5000).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MONGODB_URI: Cloud connection URI to MongoDB Atlas database cluster.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JWT_SECRET: Minimum 32-character secret key used to sign and verify tokens.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SUPER_ADMIN_SETUP_KEY: Master authorization token for bootstrap seeding.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CLIENT_URL: Permitted origin for CORS headers (http://localhost:5173).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SUPER_ADMIN_EMAIL / PASSWORD: Default credentials for system initialization.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[PACKAGE DEFINITION] backend/package.json (643 Bytes)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Type: 'type': 'module' enabling ECMAScript ES6 import/export syntax.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Scripts: 'start': 'node server.js', 'dev': 'nodemon server.js', 'test': 'node --test tests/api.test.js'.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Dependencies: express, mongoose, bcryptjs, jsonwebtoken, cors, helmet, dotenv, express-rate-limit.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Zero heavyweight legacy dependencies; clean modern Node.js 18+ runtime target.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backend/models/index.js — User, Employee &amp;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Comprehensive Mongoose schemas with validation, indexes, and historical revision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[SCHEMAS] User &amp; Employee Schemas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User Schema: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name, email (unique, lowercase, trimmed).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passwordHash (select: false to prevent exposure).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role: ['SUPER_ADMIN', 'HR_ADMIN', 'EMPLOYEE'].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active: Boolean (soft deactivation toggle).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 Schema: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employeeId: String (unique uppercase e.g. EMP001).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user: Ref to User document (1-to-1 unique link).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department, designation, phone, 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[CORE ATTENDANCE] Attendance Schema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employee: ObjectId referencing Employee document.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date: String formatted as YYYY-MM-DD.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mode: Enum ['OFFICE', 'WFH'].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status: Enum ['PRESENT', 'LATE', 'ABSENT', 'HALF_DAY'].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checkIn: Date timestamp (null if absent).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checkOut: Date timestamp (updated on checkout).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checkInMethod: ['QR', 'HR_MANUAL', 'SUPER_ADMIN_MANUAL', 'WFH'].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Unique Compound Index: { employee: 1, date: 1 } ensures strict 1-record-per-day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[AUDITABILITY] Correction History Sub-Schema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Embedded sub-document array: correctionHistory: [correctionEntrySchema].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Tracks every administrative manual modification: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correctedBy: ObjectId ref to User (Admin identity).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correctedAt: Timestamp of modification.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reason: Mandatory explanation (max 500 chars).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previousStatus vs newStatus.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previousCheckIn / previousCheckOut vs new values.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Guarantees 100% auditability; records are never silently changed.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backend/models/index.js — Governance &amp; Ephemeral Schemas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WFH requests, leave management, rolling QR sessions, policy, and audit log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[WORKFLOW MODELS] WfhRequest &amp; LeaveRequest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WfhRequest Model: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employee: Ref to Employee.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startDate, endDate (YYYY-MM-DD format).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status: ['PENDING', 'APPROVED', 'REJECTED', 'CANCELLED'].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reason, decisionComment, decidedBy, decidedAt.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LeaveRequest Model: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leaveType: ['Casual', 'Sick', 'Earned', 'Emergency'].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Compound indexes: { employee: 1, status: 1 } and { startDate: 1, endDate: 1, status: 1 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[EPHEMERAL QR] QrSession &amp; TTL Index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token: String (48-char cryptographically secure hex).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createdBy: ObjectId ref to User.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officeLocation: Location string (e.g., 'Main Office').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used: Boolean flag (set atomically upon scan).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usedBy: ObjectId ref to User who scanned.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expiresAt: Timestamp set exactly 18 seconds ahead.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TTL Auto-Purge Index: { expiresAt: 1 } with expireAfterSeconds: 60 cleans up old database documents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[POLICY &amp; SYSTEM] Policy, Audit &amp; Organization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AttendancePolicy Model: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officeStartTime (09:00), checkInCutoffTime (09:30).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lateArrivalPolicy: ['MARK_LATE', 'MARK_ABSENT', 'MARK_HALF_DAY'].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maxWfhPerDay (default 5), qrExpirySeconds (default 18).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AuditLog Model: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actor, actorEmail, actorRole, action, targetType, targetId, details, ipAddress.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Organization Model: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Company name, office hours, timezone.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SECURITY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backend/middleware/auth.js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Stateless JSON Web Token authentication and declarative Role-Based Access Control 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[AUTHENTICATION] authenticate Middleware (Lines 4–38)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Extracts HTTP Authorization header from incoming requests.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Validates header structure: checks for 'Bearer &lt;token&gt;' prefix.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Verifies JWT signature against process.env.JWT_SECRET and issuer 'vorldx-api'.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Decodes subject (payload.sub) and queries User collection in MongoDB.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Validates account active status: if !user or !user.active, returns 401 Unauthorized ('Account is inactive or unavailable').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Attaches authenticated user document to Express request pipeline as req.user.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Catches token expirations and signature tampering, returning standard 401 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[AUTHORIZATION (RBAC)] allowRoles Middleware (Lines 40–50)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Higher-order middleware accepting allowed role parameters: allowRoles(...roles).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Inspects req.user.role against declared whitelist.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Supported System Roles: 'SUPER_ADMIN', 'HR_ADMIN', 'EMPLOYEE'.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Enforces zero-trust privilege boundaries: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If role not included, halts request pipeline immediately.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Returns HTTP 403 Forbidden with message: 'You do not have permission to perform this action'.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Applied to routes to prevent privilege escalation (e.g. HR Admin modifying Super Admin).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SERVICES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policyService.js, qrService.js &amp; auditService.js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Isolated business logic engines executing policy evaluation, token crypto, and immutable auditing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[QR CRYPTO ENGINE] qrService.js (88 Lines)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createQrSession(userId, officeLocation):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Uses crypto.randomBytes(24).toString('hex') to generate 48-character cryptographic token.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Sets expiresAt based on dynamic policy (default 18 seconds).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consumeQrToken(token, user):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Executes atomic findOneAndUpdate({ token, used: false, expiresAt: { $gt: now } }).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Sets used: true, usedBy: user._id, usedAt: now in one atomic step.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Eliminates race conditions and replay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[POLICY ENGINE] policyService.js (84 Lines)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getPolicy() with in-memory caching (60s TTL) for high throughput.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getIndiaDate(date): Uses Intl.DateTimeFormat with Asia/Kolkata timezone returning YYYY-MM-DD.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getIndiaTime(date): Formats 24-hr HH:mm in IST.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evaluateAttendanceStatus(timeStr, policy):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Compares check-in time against policy.checkInCutoffTime (09:30).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If &lt;= 09:30: Returns 'PRESENT'.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If &gt; 09:30: Returns 'LATE', 'ABSENT', or 'HALF_DAY'.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[AUDIT SERVICE] auditService.js (34 Lines)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logAction({ actor, action, targetType, targetId, details, ipAddress }):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Centralized audit logger called across all administrative mutations.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Records actor ObjectId, actorEmail, actorRole, action code, target, and IP.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Wrapped in resilient try/catch to ensure audit logging never disrupts primary transaction.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Provides forensic traceability for compliance audits.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API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authRoutes.js &amp; attendanceRoutes.js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Authentication endpoints, mobile check-in/out, punch evaluations, and manual correction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[AUTHENTICATION ROUTES] backend/routes/authRoutes.js (6.9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POST /api/auth/login: Validates credentials, compares bcrypt hash, generates 7-day JWT.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POST /api/auth/setup-super-admin: Protected bootstrap endpoint requiring SUPER_ADMIN_SETUP_KEY.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/api/auth/me: Returns current authenticated user profile, role, and linked employee details.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POST /api/auth/change-password: Allows authenticated users to change passwords with old password verification.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Logs all successful logins and password changes through auditService.js.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[ATTENDANCE ROUTES] backend/routes/attendanceRoutes.js (15.1 KB | 520 Lines)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/api/attendance/my: Retrieves personal 90-day attendance history for mobile app.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/api/attendance/today: Returns today's punch status and checkedIn/checkedOut flags.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POST /api/attendance/check-in: Enforces mode ('OFFICE' vs 'WFH'). Validates 18s QR token or active approved WFH request, evaluates 09:30 IST cutoff, and marks status.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PATCH /api/attendance/check-out: Records official clock-out timestamp.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/api/attendance/today-org: Aggregates workforce stats for admin dashboard.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POST /api/attendance/manual &amp; PATCH /api/attendance/:id: Allows Super Admin and HR Admin to correct records, requiring mandatory reason and appending to correctionHistory array.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API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wfhRoutes.js, leaveRoutes.js &amp; qrRoutes.js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Work-from-home quota enforcement, leave approval pipelines, and QR session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[WFH QUOTA ENGINE] backend/routes/wfhRoutes.js (10.1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POST /api/wfh: Employees submit WFH requests; validates date ranges and prevents overlaps.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/api/wfh/my: Employee's past and active WFH applications.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/api/wfh/pending: Queue for Admins to review requests.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PATCH /api/wfh/:id/status: Atomic approval/rejection with quota check. Ensures approved count for any date never exceeds policy.maxWfhPerDay (5).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/api/wfh/availability: Returns booked count per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[LEAVE MANAGEMENT] backend/routes/leaveRoutes.js (8.1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POST /api/leave: Employees submit leaves with type (Casual, Sick, Earned, Emergency).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Validates date logic and prevents overlapping approved leaves.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/api/leave/my: Employee's personal leave ledger.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/api/leave/pending: Administrative review queue.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PATCH /api/leave/:id/status: Admin approve/reject endpoint with required decision comments.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Emits audit log entries upon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[QR ROTATION API] backend/routes/qrRoutes.js (1.1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POST /api/qr/session: Admin-authenticated endpoint generating dynamic 18-second QR session for office reception.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/api/qr/kiosk: Dedicated kiosk display endpoint allowing wall-mounted tablets to continuously fetch fresh tokens without manual re-login.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Integrates directly with qrService.js to output 48-char random tokens and exact expiry timestamps.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ADMINISTRATIVE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employeeRoutes, hrRoutes, auditRoutes, reportRoutes &amp; policyRoutes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Workforce directory CRUD, HR Admin provisioning, policy updates, and aggregated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[DIRECTORY &amp; HR GOVERNANCE] employeeRoutes.js &amp; hrRoutes.js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employeeRoutes.js: Full CRUD for employee records. Enforces unique employee IDs and emails. Allows Super Admin and HR Admin to create, update, or deactivate employees.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hrRoutes.js: Strictly restricted to SUPER_ADMIN role. Allows Super Admin to provision, view, and deactivate HR Admin accounts. HR Admins are forbidden from managing other HR accounts.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[POLICIES &amp; ORG SETTINGS] policyRoutes.js &amp; organizationRoutes.js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policyRoutes.js: GET /api/policy (all admins) and PUT /api/policy (SUPER_ADMIN only). Modifies office start (09:00), cutoff (09:30), late policy, max WFH, and QR validity.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organizationRoutes.js: Configures organizational profile, working hours, and timezones.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[AUDIT TRAIL] auditRoutes.js (1.3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/api/audit-logs: Restricted strictly to SUPER_ADMIN.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Returns paginated, searchable timeline of all system actions.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Filterable by actor, action type, date range, and target entity.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Provides cryptographic accountability across all administrative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[ANALYTICS &amp; EXPORT] reportRoutes.js (3.7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/api/reports/summary: Aggregates workforce metrics (total present, late, absent, WFH).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/api/reports/department: Groups attendance performance by department.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/api/reports/monthly: Aggregates monthly trends for Recharts SVG area graphs.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GET /api/reports/export: Generates structured CSV streams for payroll software import.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UTILITY &amp; QA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Database Seeding, Recovery &amp; Automated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Administrative CLI utilities for environment bootstrapping, credential recovery, and test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[UTILITY &amp; RECOVERY] Seed &amp; Recovery Scripts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seedSuperAdmin.js (1.8 KB): Creates initial Super Admin account using environment variables, setting 12-round bcrypt password hash.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seedHRAdmin.js (1.3 KB): Provisions default HR Admin account (vorldxadminister@gmail.com) for day-to-day workforce management.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seedAdmin.js (1.5 KB): Combined bootstrapping script for initial local environment setup.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resetAdminPassword.js (1.2 KB): Standalone CLI recovery utility to reset administrative passwords directly via MongoDB URI.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forceResetSuperAdmin.js (590 Bytes): Emergency script to forcefully restore Super Admin access in case of lockout.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verifyAdmin.js (1.3 KB): Verifies database connection and checks administrative credentials against stored hashes.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[AUTOMATED QA SUITE] backend/tests/api.test.js (9.6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Node.js Native Test Runner: Uses node:test and node:assert.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Automated Test Coverage: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Health Check: Verifies /api/health returns 200 OK and database connection.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Authentication: Verifies JWT issuance, invalid password rejection, and deactivated user lockout.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Role Authorization: Validates that HR Admins cannot access Super Admin endpoints (/api/hr, /api/audit-logs).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QR Session Lifecycle: Tests 18-second expiry and verifies that double-consumption throws HTTP 400.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WFH Limit: Simulates concurrent requests to verify max 5 approved WFH limit enforcement.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Runs via 'npm test' with zero external test runners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admin-web/ Directory Overview &amp;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Modern Single-Page Application (SPA) built with React 18, Vite, and modular component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[PORTAL TAXONOMY] Directory Structure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admin-web/src/components/: Reusable UI primitives.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admin-web/src/context/: Global AuthContext state provider.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admin-web/src/layouts/: AdminLayout wrapper with responsive sidebar.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admin-web/src/pages/: 12 distinct page views.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admin-web/src/services/: Axios API client with interceptors.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admin-web/src/styles/: CSS modules and design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[TECH HIGHLIGHTS] Technology Stack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React 18: Concurrent rendering and performant UI updates.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Vite: Ultra-fast build tool with instant Hot Module Replacement (HMR).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React Router v6: Declarative routing with nested protected routes.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Lucide React: Clean, modern SVG icon library.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Recharts: Composable SVG charting library for attendance trends.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Axios: Promise-based HTTP client.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[PERFORMANCE METRICS] Build &amp; Performance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Optimized production build with zero warnings.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2,278 modules transformed in ~1.4 seconds by Vite.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Modular CSS with CSS custom variables for seamless theme consistency.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Mobile-responsive layout with collapsible drawer navigation.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Stateless token storage in localStorage with auto-logout on 401.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ADMIN WEB CORE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package.json, vite.config.js, index.html, main.jsx &amp; App.jsx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Client-side routing table, role guard orchestration, and build configurations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[ROUTING ORCHESTRATION] Routing Architecture (App.jsx | 77 Lines)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LandingRedirect Component: Directs authenticated users to /dashboard or /unauthorized based on role.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Public Routes: / (LoginPage), /unauthorized (Unauthorized access screen).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Protected Shared Admin Routes (Super Admin &amp; HR Admin):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/dashboard: Executive overview &amp; metrics.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/employees: Staff directory management.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/attendance: Daily attendance sheet &amp; corrections.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/approvals: WFH and leave approval queue.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/office-qr: Dedicated live 18s QR kiosk.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/reports: Analytics &amp; CSV export.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/settings: Policy view &amp; configuration.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Super Admin Exclusive Nested Routes: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/hr-admins: HR credential provisioning.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/audit-logs: Immutable system audit logs.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/organization: Company profile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[BUILD &amp; DOM SHELL] vite.config.js &amp; index.html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vite.config.js: Configures @vitejs/plugin-react for JSX transformation. Sets dev server port and proxy configurations.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index.html: HTML5 shell with viewport meta tags, Inter/Plus Jakarta Sans Google Fonts, and root DOM mount point (#root).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[BOOTSTRAP &amp; PACKAGES] main.jsx &amp; package.json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main.jsx: Application bootstrap mounting App within BrowserRouter and AuthProvider using React 18 createRoot API.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package.json: Declares scripts (dev, build, preview) and dependencies (axios, lucide-react, recharts, react-router-dom).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ADMIN WEB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api.js &amp; AuthContext.jsx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Centralized API communication client and global authentication state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[API CLIENT LAYER] src/services/api.js (2.0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Axios Instance Creation: Sets baseURL to VITE_API_URL or http://localhost:5000/api.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Request Interceptor: Automatically inspects localStorage for 'vorldx_token' and attaches 'Authorization: Bearer &lt;token&gt;' to every outgoing HTTP request.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Response Interceptor: Monitors responses for HTTP 401 Unauthorized status.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Auto-Logout on Expiry: If 401 is received, automatically purges expired token and user object from localStorage and redirects user to login page.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Defines helper API functions for attendance, employees, WFH, leaves, reports, policies, and QR sessions.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[STATE MANAGEMENT] src/context/AuthContext.jsx (3.6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AuthContext &amp; useAuth() Hook: Provides global access to user state across all components.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State Variables: user, token, loading, isAuthenticated.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Initialization: On mount, validates cached token by calling /auth/me to fetch fresh user profile.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login(email, password): Executes authentication request, saves token to localStorage, and updates reactive state.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logout(): Flushes localStorage, clears auth context, and triggers redirect.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Role Helpers: Exports isSuperAdmin and isHrAdmin convenience flags for conditional UI rendering.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ADMIN WEB UI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AdminLayout and Component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Modular, reusable UI components ensuring design consistency across all 12 portal pages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[PAGE SHELL] AdminLayout.jsx (7.2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Sidebar Navigation: Renders brand badge, dynamic navigation links with active state indicator.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Role-Aware Filtering: Automatically hides Super Admin tabs from HR Admin users.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Top Header: Displays current page title, current date in IST, and logged-in user profile pill with role badge.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Responsive Drawer: Collapsible hamburger menu on mobile and tablet screens.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Outlet Container: Embeds child routes with smooth fade transitions.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[GUARDS &amp; BRANDING] Components: ProtectedRoute &amp; Brand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ProtectedRoute.jsx (741 Bytes):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Validates user authentication status.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Verifies allowedRoles prop; redirects unauthorized users to /unauthorized.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Brand.jsx (1.1 KB):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Renders SVG VorldX attendance logo icon.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Displays corporate typography and system version badge.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Consistent header branding.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[UI ATOMS] StatCard, StatusPill &amp; Modal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StatCard.jsx (379 Bytes): Reusable metric display with title, value, icon, and trend indicator.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StatusPill.jsx (547 Bytes): Color-coded badges for statuses (PRESENT, LATE, ABSENT, WFH, PENDING, APPROVED).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Modal.jsx (567 Bytes): Accessible pop-up dialog container with backdrop click dismissal and keyboard ESC handling.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EmptyState.jsx (307 Bytes): Placeholder graphic and message for empty lists.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ADMIN WEB PORTAL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LoginPage, Dashboard, Employees &amp;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Operational workflows for authentication, executive monitoring, directory, and master attendance 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[LOGIN PAGE] LoginPage.jsx (6.9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Authentication UI with animated background gradients and glassmorphism styling.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Form validation for corporate email and password with error feedback banners.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Quick demo credential buttons for Super Admin and HR Admin testing.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Disables submit button and shows loading spinner during authentication.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[EXECUTIVE DASHBOARD] Dashboard.jsx (7.7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Executive Cockpit: 4 StatCards (Total Employees, Present Today, On Leave/WFH, Late Arrivals).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7-Day Attendance Trend: Recharts AreaChart showing daily present vs late curves.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Quick Actions Bar: Fast navigation to Add Employee, Mark Attendance, or Open QR Kiosk.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Live Punch Stream: Real-time table of recent clock-ins with status pills.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[EMPLOYEE DIRECTORY] Employees.jsx (6.5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Staff Directory: Search by name, ID, or department with instant client filtering.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Add Employee Modal: Form to register employee, create User account, and set department.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Edit &amp; Deactivate: Toggle employee active status; soft deactivation prevents login.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CSV Export: One-click export of employee roster.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[ATTENDANCE MASTER] Attendance.jsx (17.8 KB | Largest Page)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Master Attendance Ledger: Filterable by date, department, and attendance status.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Manual Punch Marking: Admins can mark attendance with check-in/out timestamps.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Correction Modal: Requires mandatory reason when modifying existing punch.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Audit History Drawer: Displays full correctionHistory array showing who changed what and when.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ADMIN WEB PORTAL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Approvals, OfficeQR, Reports, HRAdmins, AuditLogs &amp;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Approval workflows, dynamic reception kiosk, analytics charts, and security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[WORKFLOW &amp; KIOSK] Approvals.jsx &amp; OfficeQR.jsx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Approvals.jsx (13.3 KB):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Tabbed interface for WFH and Leave requests.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WFH Capacity Indicator: Live bar showing approved count vs policy limit (e.g. 3/5 Booked).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Approve / Reject action modals with decision comment fields.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OfficeQR.jsx (8.1 KB):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Dedicated reception screen fetching 18-second dynamic QR code.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Animated circular timer countdown showing seconds remaining.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Fullscreen kiosk mode for office entrance tablets.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[ANALYTICS &amp; EXPORT] Reports.jsx (8.7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Workforce Performance Analytics: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Breakdown of Present, Late, Absent, and WFH distributions.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Recharts BarChart comparing department punctuality.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Monthly presence trend area chart.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Date range picker for historical analysis.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Structured CSV export for payroll 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[SUPER ADMIN CONTROLS] HRAdmins, AuditLogs &amp; Settings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HRAdmins.jsx (4.2 KB): Super Admin screen to provision and deactivate HR Admin accounts.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AuditLogs.jsx (7.6 KB): Searchable immutable audit trail showing actor, action, IP, and timestamp.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Settings.jsx (7.9 KB): Configure office start (09:00), cutoff (09:30), late policy, max WFH, and QR validity.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Organization.jsx (3.6 KB): Company info editor.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Unauthorized.jsx (428 Bytes): 403 error fallback.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ADMIN WEB STYLING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Design System &amp; CSS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Custom CSS stylesheets delivering responsive enterprise dark-mode aesthetics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[GLOBAL TOKENS] global.css (17.4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Core Design Tokens &amp; CSS Variables: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--bg-primary: #0b132b, --bg-card: #1c2541.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--accent-blue: #3a86ff, --accent-cyan: #00f5d4.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--status-present: #10b981, --status-late: #f59e0b.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--status-absent: #ef4444, --status-wfh: #6366f1.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Typography: System font stack with smooth font smoothing.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Form controls, button states, inputs, tables, scrollbars, and utility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[LAYOUT &amp; GRID] layout.css (5.4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Layout Structure: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CSS Grid and Flexbox layouts for sidebar and main content.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Sidebar fixed navigation with active link indicators.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Top navigation bar with sticky positioning.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Responsive breakpoints for tablet and mobile screens.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Collapsible drawer transitions and backdrop overlays.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[LOGIN STYLES] login.css (12.2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Dedicated Login Screen Styles: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Centered glassmorphic card container with backdrop blur.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Animated radial gradient background effects.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Brand badge animations and pulse effects.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Floating input labels and focus ring outlines.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Mobile-optimized touch-friendly inputs.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MOBILE 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employee-app/ Directory Overview &amp;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Cross-platform mobile application built with React Native and Expo SDK 52 for employees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[MOBILE TAXONOMY] Directory Structure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employee-app/src/screens/: 6 native mobile screens.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employee-app/src/context/: Mobile AuthContext using AsyncStorage.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employee-app/src/services/: Axios mobile API client.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employee-app/assets/: App icon and splash graphics.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employee-app/App.js: Navigation router and auth state wrapper.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employee-app/app.json: Expo configuration and camera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[MOBILE CAPABILITIES] Core Features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Expo Camera Integration: Scans 18-second rolling QR codes directly from office reception display.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Today's Attendance Status: Live visual card showing checkedIn/checkedOut status and arrival time.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WFH Application: Mobile form with date picker and real-time status feedback.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Leave Application: Mobile leave requests across all categories.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90-Day Punch History: Personal calendar and attendance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[RUNTIME PLATFORM] Expo SDK 52 Platform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Expo SDK 52: Modern React Native runtime supporting new architecture.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Cross-Platform: Single JavaScript codebase runs on Android and iOS.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Expo Camera: Uses modern CameraView API for high-speed barcode scanning.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AsyncStorage: Persistent offline storage for JWT session tokens.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Safe Area Insets: Adapts to notches, dynamic islands, and system bars.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MOBILE CORE &amp;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App.js, AuthContext.js, api.js &amp; DashboardScreen.js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Mobile app shell, persistent token storage, camera QR scanning, and punch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[APP CORE &amp; STORAGE] App.js &amp; Infrastructure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App.js (1.7 KB | 60 Lines):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MainNavigator: Manages active screen state ('dashboard', 'history', 'wfh', 'leave', 'profile').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Conditionally renders LoginScreen if unauthenticated, or DashboardScreen with back navigation.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AuthContext.js (2.6 KB):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Wraps AsyncStorage to persist 'userToken' and 'userData' across app restarts.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Exports login(), logout(), user, token, and loading state.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api.js (3.6 KB):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Configures base URL targeting backend API.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Interceptor automatically injects Bearer token from AsyncStorage into all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[DASHBOARD &amp; CAMERA SCANNER] DashboardScreen.js (17.4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Central Employee Mobile Hub: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Header: Welcome greeting with employee name and formatted IST date.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Today's Status Card: Shows status pill (PRESENT, LATE, ABSENT) and checkIn/checkOut timestamps.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Integrated Expo Camera Scanner: Opens viewfinder modal to scan office reception QR code.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Check-In Logic: Sends scanned token to POST /api/attendance/check-in with mode='OFFICE'.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WFH Check-In: Allows instant WFH punch if approved request exists for today.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Check-Out Button: Sends PATCH /api/attendance/check-out to close daily punch.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Navigation Cards: Quick links to History, Apply WFH, Apply Leave, and Profile.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MOBILE WORKFLOW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HistoryScreen, WfhScreen, LeaveScreen &amp; ProfileScreen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Employee self-service portals for punch ledger, remote work, leave requests, and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[PUNCH HISTORY] HistoryScreen.js (6.8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90-Day Attendance Ledger: Scrollable list of past punches.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Displays date, mode badge (OFFICE / WFH), status pill, and exact checkIn/checkOut times.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Summary Metrics: Displays 30-day attendance percentage and punctuality score.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Pull-to-refresh integration to fetch updated attendance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[WFH PORTAL] WfhScreen.js (12.1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WFH Application Form: Start date, end date, and reason input.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Validates date selections and prevents weekend misconfigurations.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Pending &amp; Past Requests List: Shows status badges (PENDING, APPROVED, REJECTED).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Displays Admin Decision Comments explaining why requests were approved or rejected.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[LEAVE REQUESTS] LeaveScreen.js (13.4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Leave Application Interface: Selects category (Casual, Sick, Earned, Emergency).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Date range selector with duration calculation (e.g. 3 Days).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Reason text field and emergency contact details.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Request History: View real-time approval status and reviewer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096512"/>
            <a:ext cx="488289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[PROFILE &amp; SETTINGS] ProfileScreen.js (7.2 KB)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Employee Identity Card: Name, Employee ID, Email, Department, Designation.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App Information: Displays current Expo build version and API endpoint connection.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Security: Link to change password modal.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Sign Out Button: Calls AuthContext.logout() to clear session and return to LoginScreen.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OFFICE RECEPTION KIOSK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qr-display/ Module &amp; Hardware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Standalone, lightweight display application designed for wall tablets and reception monitors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[KIOSK ARCHITECTURE] qr-display/ Overview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Directory: qr-display/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Purpose: Dedicated standalone reception display for office entrances.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Allows office administrators to mount an iPad, Android tablet, or TV monitor at the office door.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Operates independently without exposing administrative dashboard controls.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Communicates with backend via GET /api/qr/kiosk.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[MODULE FILES] Files Breakdown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qr-display/package.json (428 Bytes):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Configured with lightweight frontend tooling.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Minimal footprint for fast cold-starts on low-power display tablets.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qr-display/README.md (359 Bytes):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Hardware mounting instructions.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Kiosk screen setup and auto-refresh configuration.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qr-display/src/: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Kiosk display rendering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[DISPLAY FLOW] Kiosk Display Lifecycle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1. Kiosk display polls GET /api/qr/kiosk upon boot.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2. Backend creates a 48-char random token expiring in 18 seconds.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3. Kiosk renders high-contrast SVG QR code on black background.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4. Circular animated progress bar counts down from 18s to 0s.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5. Exactly at 0s, kiosk auto-requests next token seamlessly.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6. Employees scan code as they walk through office entrance.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SECURITY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18-Second Anti-Proxy Dynamic QR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End-to-end cryptographic sequence eliminating proxy attendance and replay vulnerabilities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[THREAT MODEL] The Proxy Clock-in Vulnerability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Traditional Flaws: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Static Printed QR: Employees take a photo of the printed code and WhatsApp it to absent colleagues.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RFID Swipe Cards: Employees physically hand cards to colleagues to swipe on their behalf.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Manual Registers: Signatures are forged with zero timestamp verification.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VorldX Innovation: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QR code changes every 18 seconds cryptographically.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Single-Use Consumption: Once scanned by one employee, token is permanently marked used: true.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Network Latency Window: By the time an employee takes a photo and messages it to a friend, the 18-second window has expired.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Result: Physical presence at the office kiosk is strictly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[ATOMIC PROTOCOL] Atomic Verification Flow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Step 1 (Generation): Reception screen requests token. Server creates 48-char hex with expiresAt = now + 18s.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Step 2 (Capture): Employee opens authenticated mobile app camera and scans code.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Step 3 (Atomic Query): Mobile sends POST /api/attendance/check-in with { mode: 'OFFICE', qrToken }.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Step 4 (Database Atomicity): Server executes: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QrSession.findOneAndUpdate(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  { token, used: false, expiresAt: { $gt: now } },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  { $set: { used: true, usedBy: user._id, usedAt: now } }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Step 5 (Validation): If session is null, returns 400 with exact reason (Expired / Already Used / Invalid).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Step 6 (Attendance Write): Evaluates 09:30 cutoff and commits attendance.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GOVERNANCE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Role-Based Access Control (RBAC)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Strict privilege boundaries enforcing separation of duties across all user classes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3615"/>
                <a:gridCol w="2011680"/>
                <a:gridCol w="201168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Feature / System 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Super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HR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Mobile App (Camera QR Scan &amp; Check-in/out)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 (Mobile)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Apply for WFH &amp; Leaves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View Master Workforce Attendance Directory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 (Employees)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Own Record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Manual Attendance Marking &amp; Corrections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 (With Audit)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 (Employees)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Forbidden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Approve / Reject WFH &amp; Leaves (Max 5/day Quota)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Forbidden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Create &amp; Deactivate Employee Accounts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Forbidden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Manage HR Admin Accounts (Provisioning)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Forbidden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Forbidden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View Forensic System Audit Logs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Forbidden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Forbidden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Configure Attendance Policies &amp; Cutoffs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Read-Only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Forbidden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POLICY ENGINE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Cutoff Logic, Timezones &amp; WFH Concurrency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Business rules engine governing office punctuality, cutoff enforcement, and remote quota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</a:defRPr>
            </a:pPr>
            <a:r>
              <a:t>[PUNCTUALITY LOGIC] 09:30 AM Cutoff Engine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Office Start Time: Configured to 09:00 AM.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Grace Period Cutoff: Configured to 09:30 AM.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Arrival Evaluation: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Check-in time &lt;= 09:30: Automatically classified as PRESENT.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Check-in time &gt; 09:30: Triggers configured company policy action.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Policy Action Configurations: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1. MARK_LATE: Status recorded as LATE (Default).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2. MARK_ABSENT: Treated as ABSENT despite physical arrival.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3. MARK_HALF_DAY: Counts as 0.5 working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[TIMEZONE SAFETY] Deterministic Timezones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Timezone: Asia/Kolkata (Indian Standard Time, UTC+05:30).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Cloud Hosting Problem: Cloud servers (AWS, Render, Heroku) run in UTC (00:00). A check-in at 09:15 AM IST evaluates as 03:45 AM UTC.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VorldX Solution: Pinned Intl.DateTimeFormat with Asia/Kolkata timezone in policyService.js.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Calculates getIndiaDate() and getIndiaTime() identically across all servers regardless of geographical cloud region.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540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[CONCURRENCY SAFETY] WFH Concurrency Safety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Company Quota: Hard ceiling of maximum 5 employees on WFH per calendar day.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Concurrency Race Condition: If 2 admins simultaneously approve 2 pending requests when 4 are already approved, naive queries would result in 6 approved.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VorldX Atomic Validation: Counts active approved requests across target range inside a single transaction before transitioning status from PENDING to APPROVED.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OPERATIONS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Deployment Architecture &amp; Production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Deployment commands, environment initialization, and automated verification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</a:defRPr>
            </a:pPr>
            <a:r>
              <a:t>[RUN &amp; DEPLOY COMMANDS] Execution Commands (PowerShell)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1. Backend Server Initialization: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cd backend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npm install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node seedSuperAdmin.js   # Bootstrap Super Admin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node seedHRAdmin.js      # Bootstrap HR Admin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npm test                 # Run automated test suite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npm start                # Listening on :5000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2. Admin Web Portal: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cd admin-web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npm install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npm run dev              # Vite dev server on :5173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npm run build            # Production build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3. Employee Mobile App: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cd employee-app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  npx expo start           # Metro bundler on :8081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10512"/>
            <a:ext cx="4882896" cy="4059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</a:defRPr>
            </a:pPr>
            <a:r>
              <a:t>[QA &amp; COMPILATION STATUS] Production Build Verification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Vite Production Compilation Status: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2,278 modules transformed successfully.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Zero compile warnings or syntax errors.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Output generated in admin-web/dist/ ready for CDN hosting (Netlify / Vercel / Nginx).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Backend API Health Check: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Health endpoint: GET http://localhost:5000/api/health.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Database status: MongoDB Atlas connected (readyState: 1).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Mobile App Readiness: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Validated on Expo Go and Android Emulator.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•    • CameraView permissions configured in app.json.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PROJECT SUMMARY &amp; FUTURE INNOVATION ROADMAP</a:t>
            </a:r>
          </a:p>
          <a:p>
            <a:pPr>
              <a:spcAft>
                <a:spcPts val="1400"/>
              </a:spcAft>
              <a:defRPr sz="2400" b="1">
                <a:solidFill>
                  <a:srgbClr val="FFFFFF"/>
                </a:solidFill>
              </a:defRPr>
            </a:pPr>
            <a:r>
              <a:t>VorldX Attendance System — Fully Implemented &amp; Production-Ready</a:t>
            </a:r>
          </a:p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Key Accomplishments: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 Eliminated Attendance Fraud: 18-second rolling dynamic cryptographic QR codes prevent photo-sharing and proxy check-ins.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 Full-Stack Separation: Clean boundary between React 18 Admin Portal, Node.js REST API, and Expo React Native mobile app.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 Enterprise Governance: Concurrency-safe WFH quota (max 5/day), 09:30 AM cutoff policy, and immutable correction audit history.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✔  Every File &amp; Folder Documented: 100% architectural coverage across backend, admin-web, employee-app, and qr-display.</a:t>
            </a:r>
          </a:p>
          <a:p>
            <a:br/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Future Roadmap Enhancements: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➜  Geofencing Dual-Check: Verify mobile device GPS coordinates match office latitude/longitude before accepting QR scan.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➜  Face Biometrics: Secondary facial verification during check-in for high-security enterprise installations.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➜  Automated Weekly Slack/Email Digest: Automated notifications to department heads with workforce punctuality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